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custDataLst>
    <p:tags r:id="rId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95" d="100"/>
          <a:sy n="95" d="100"/>
        </p:scale>
        <p:origin x="16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tags" Target="tags/tag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2025/8/14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2025/8/14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2025/8/14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2025/8/14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2025/8/14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2025/8/14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2025/8/14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2025/8/14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2025/8/14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2025/8/14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2025/8/14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2025/8/14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GH1.25mm 1x4P 压线端子胶壳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6210" y="1605280"/>
            <a:ext cx="1544320" cy="1498600"/>
          </a:xfrm>
          <a:prstGeom prst="rect">
            <a:avLst/>
          </a:prstGeom>
        </p:spPr>
      </p:pic>
      <p:pic>
        <p:nvPicPr>
          <p:cNvPr id="7" name="图片 6" descr="SH1.0mm 12P 胶壳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5745" y="1495425"/>
            <a:ext cx="1892935" cy="4039235"/>
          </a:xfrm>
          <a:prstGeom prst="rect">
            <a:avLst/>
          </a:prstGeom>
        </p:spPr>
      </p:pic>
      <p:cxnSp>
        <p:nvCxnSpPr>
          <p:cNvPr id="8" name="直接连接符 7"/>
          <p:cNvCxnSpPr/>
          <p:nvPr/>
        </p:nvCxnSpPr>
        <p:spPr>
          <a:xfrm flipV="1">
            <a:off x="2586355" y="1972945"/>
            <a:ext cx="6875780" cy="408940"/>
          </a:xfrm>
          <a:prstGeom prst="line">
            <a:avLst/>
          </a:prstGeom>
          <a:ln w="28575" cmpd="sng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2614930" y="2153920"/>
            <a:ext cx="6904355" cy="57150"/>
          </a:xfrm>
          <a:prstGeom prst="line">
            <a:avLst/>
          </a:prstGeom>
          <a:ln w="28575" cmpd="sng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 flipV="1">
            <a:off x="2595880" y="2439035"/>
            <a:ext cx="6894830" cy="161925"/>
          </a:xfrm>
          <a:prstGeom prst="line">
            <a:avLst/>
          </a:prstGeom>
          <a:ln w="28575" cmpd="sng">
            <a:solidFill>
              <a:schemeClr val="accent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 flipV="1">
            <a:off x="2605405" y="2658110"/>
            <a:ext cx="6875780" cy="180340"/>
          </a:xfrm>
          <a:prstGeom prst="line">
            <a:avLst/>
          </a:prstGeom>
          <a:ln w="28575" cmpd="sng">
            <a:solidFill>
              <a:schemeClr val="accent6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/>
        </p:nvSpPr>
        <p:spPr>
          <a:xfrm>
            <a:off x="1515745" y="1050290"/>
            <a:ext cx="20345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SH1.0mm 12P</a:t>
            </a:r>
            <a:r>
              <a:rPr lang="en-US" altLang="zh-CN" dirty="0"/>
              <a:t>in </a:t>
            </a:r>
            <a:r>
              <a:rPr lang="zh-CN" altLang="en-US" dirty="0"/>
              <a:t>端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8872220" y="1236980"/>
            <a:ext cx="21101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GH1.25mm 4P</a:t>
            </a:r>
            <a:r>
              <a:rPr lang="en-US" altLang="zh-CN"/>
              <a:t>in</a:t>
            </a:r>
            <a:r>
              <a:rPr lang="zh-CN" altLang="en-US"/>
              <a:t> 端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3810635" y="4077970"/>
            <a:ext cx="70243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线长</a:t>
            </a:r>
            <a:r>
              <a:rPr lang="en-US" altLang="zh-CN"/>
              <a:t>15cm</a:t>
            </a:r>
            <a:r>
              <a:rPr lang="zh-CN" altLang="en-US"/>
              <a:t>，线材使用软硅胶线，线色如图</a:t>
            </a:r>
            <a:r>
              <a:rPr lang="en-US" altLang="zh-CN"/>
              <a:t> </a:t>
            </a:r>
            <a:r>
              <a:rPr lang="zh-CN" altLang="en-US"/>
              <a:t>，</a:t>
            </a:r>
            <a:r>
              <a:rPr lang="en-US" altLang="zh-CN"/>
              <a:t>30</a:t>
            </a:r>
            <a:r>
              <a:rPr lang="zh-CN" altLang="en-US"/>
              <a:t>根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BD01698-03A0-0E16-0189-BDE88138853A}"/>
              </a:ext>
            </a:extLst>
          </p:cNvPr>
          <p:cNvSpPr txBox="1"/>
          <p:nvPr/>
        </p:nvSpPr>
        <p:spPr>
          <a:xfrm>
            <a:off x="191769" y="173990"/>
            <a:ext cx="68757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SH1.0-12p -&gt; GH1.25-4p</a:t>
            </a:r>
            <a:r>
              <a:rPr lang="zh-CN" altLang="en-US" dirty="0"/>
              <a:t>雷达网线 适用</a:t>
            </a:r>
            <a:r>
              <a:rPr lang="en-US" altLang="zh-CN" dirty="0"/>
              <a:t>DM</a:t>
            </a:r>
            <a:r>
              <a:rPr lang="zh-CN" altLang="en-US" dirty="0"/>
              <a:t>载板</a:t>
            </a:r>
            <a:r>
              <a:rPr lang="en-US" altLang="zh-CN" dirty="0"/>
              <a:t>v1.1-fast</a:t>
            </a:r>
            <a:r>
              <a:rPr lang="zh-CN" altLang="en-US" dirty="0"/>
              <a:t>雷达转接板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F843E2-5F30-691F-1125-C4312BC57F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>
            <a:extLst>
              <a:ext uri="{FF2B5EF4-FFF2-40B4-BE49-F238E27FC236}">
                <a16:creationId xmlns:a16="http://schemas.microsoft.com/office/drawing/2014/main" id="{F3DFAC4A-4E2C-E734-6A46-28EE7EDABEE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454" t="29782" r="27770" b="11859"/>
          <a:stretch>
            <a:fillRect/>
          </a:stretch>
        </p:blipFill>
        <p:spPr>
          <a:xfrm>
            <a:off x="1032174" y="832353"/>
            <a:ext cx="1943100" cy="4002272"/>
          </a:xfrm>
          <a:prstGeom prst="rect">
            <a:avLst/>
          </a:prstGeom>
        </p:spPr>
      </p:pic>
      <p:pic>
        <p:nvPicPr>
          <p:cNvPr id="6" name="图片 5" descr="GH1.25mm 1x4P 压线端子胶壳">
            <a:extLst>
              <a:ext uri="{FF2B5EF4-FFF2-40B4-BE49-F238E27FC236}">
                <a16:creationId xmlns:a16="http://schemas.microsoft.com/office/drawing/2014/main" id="{7DB11800-EBA4-5919-E85D-1C29CAE763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1704" y="1019043"/>
            <a:ext cx="1544320" cy="1498600"/>
          </a:xfrm>
          <a:prstGeom prst="rect">
            <a:avLst/>
          </a:prstGeom>
        </p:spPr>
      </p:pic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57C61A9C-6E10-8925-AF67-6FA029178002}"/>
              </a:ext>
            </a:extLst>
          </p:cNvPr>
          <p:cNvCxnSpPr>
            <a:cxnSpLocks/>
          </p:cNvCxnSpPr>
          <p:nvPr/>
        </p:nvCxnSpPr>
        <p:spPr>
          <a:xfrm flipV="1">
            <a:off x="2048929" y="1611008"/>
            <a:ext cx="7504646" cy="410065"/>
          </a:xfrm>
          <a:prstGeom prst="line">
            <a:avLst/>
          </a:prstGeom>
          <a:ln w="28575" cmpd="sng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91AE3245-BBF0-EF30-BAAE-809151909E89}"/>
              </a:ext>
            </a:extLst>
          </p:cNvPr>
          <p:cNvCxnSpPr>
            <a:cxnSpLocks/>
          </p:cNvCxnSpPr>
          <p:nvPr/>
        </p:nvCxnSpPr>
        <p:spPr>
          <a:xfrm flipV="1">
            <a:off x="2003724" y="1327124"/>
            <a:ext cx="7626902" cy="478684"/>
          </a:xfrm>
          <a:prstGeom prst="line">
            <a:avLst/>
          </a:prstGeom>
          <a:ln w="28575" cmpd="sng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81F8D9FF-4BBF-E602-A5C1-1B2590A5B033}"/>
              </a:ext>
            </a:extLst>
          </p:cNvPr>
          <p:cNvCxnSpPr>
            <a:cxnSpLocks/>
          </p:cNvCxnSpPr>
          <p:nvPr/>
        </p:nvCxnSpPr>
        <p:spPr>
          <a:xfrm flipV="1">
            <a:off x="2086813" y="2071873"/>
            <a:ext cx="7534288" cy="137596"/>
          </a:xfrm>
          <a:prstGeom prst="line">
            <a:avLst/>
          </a:prstGeom>
          <a:ln w="28575" cmpd="sng">
            <a:solidFill>
              <a:schemeClr val="accent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7223673A-D990-D1A6-4750-D4C672BC0809}"/>
              </a:ext>
            </a:extLst>
          </p:cNvPr>
          <p:cNvCxnSpPr>
            <a:cxnSpLocks/>
          </p:cNvCxnSpPr>
          <p:nvPr/>
        </p:nvCxnSpPr>
        <p:spPr>
          <a:xfrm flipV="1">
            <a:off x="2136398" y="1869725"/>
            <a:ext cx="7312402" cy="564601"/>
          </a:xfrm>
          <a:prstGeom prst="line">
            <a:avLst/>
          </a:prstGeom>
          <a:ln w="28575" cmpd="sng">
            <a:solidFill>
              <a:schemeClr val="accent6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CC9F6D07-EF0E-B231-36CA-167DC4627D20}"/>
              </a:ext>
            </a:extLst>
          </p:cNvPr>
          <p:cNvSpPr txBox="1"/>
          <p:nvPr/>
        </p:nvSpPr>
        <p:spPr>
          <a:xfrm>
            <a:off x="1481239" y="464053"/>
            <a:ext cx="20345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SH1.0mm </a:t>
            </a:r>
            <a:r>
              <a:rPr lang="en-US" altLang="zh-CN" dirty="0"/>
              <a:t>8</a:t>
            </a:r>
            <a:r>
              <a:rPr lang="zh-CN" altLang="en-US" dirty="0"/>
              <a:t>P</a:t>
            </a:r>
            <a:r>
              <a:rPr lang="en-US" altLang="zh-CN" dirty="0"/>
              <a:t>in </a:t>
            </a:r>
            <a:r>
              <a:rPr lang="zh-CN" altLang="en-US" dirty="0"/>
              <a:t>端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5848617-C795-C77C-4B33-C9A4177D17CC}"/>
              </a:ext>
            </a:extLst>
          </p:cNvPr>
          <p:cNvSpPr txBox="1"/>
          <p:nvPr/>
        </p:nvSpPr>
        <p:spPr>
          <a:xfrm>
            <a:off x="8837714" y="650743"/>
            <a:ext cx="21101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GH1.25mm 4P</a:t>
            </a:r>
            <a:r>
              <a:rPr lang="en-US" altLang="zh-CN"/>
              <a:t>in</a:t>
            </a:r>
            <a:r>
              <a:rPr lang="zh-CN" altLang="en-US"/>
              <a:t> 端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2D05050-99B2-FF8A-102A-FDEBD1DD336B}"/>
              </a:ext>
            </a:extLst>
          </p:cNvPr>
          <p:cNvSpPr txBox="1"/>
          <p:nvPr/>
        </p:nvSpPr>
        <p:spPr>
          <a:xfrm>
            <a:off x="3776129" y="3396483"/>
            <a:ext cx="70243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线长</a:t>
            </a:r>
            <a:r>
              <a:rPr lang="en-US" altLang="zh-CN" dirty="0"/>
              <a:t>15cm</a:t>
            </a:r>
            <a:r>
              <a:rPr lang="zh-CN" altLang="en-US" dirty="0"/>
              <a:t>，线材使用软硅胶线，线色如图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218EE31-2723-4283-21A7-3F62F0924FFD}"/>
              </a:ext>
            </a:extLst>
          </p:cNvPr>
          <p:cNvSpPr txBox="1"/>
          <p:nvPr/>
        </p:nvSpPr>
        <p:spPr>
          <a:xfrm>
            <a:off x="191769" y="154940"/>
            <a:ext cx="79521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SH1.0-8p -&gt; GH1.25-4p</a:t>
            </a:r>
            <a:r>
              <a:rPr lang="zh-CN" altLang="en-US" dirty="0"/>
              <a:t>雷达网线     适用</a:t>
            </a:r>
            <a:r>
              <a:rPr lang="en-US" altLang="zh-CN" dirty="0"/>
              <a:t>DM</a:t>
            </a:r>
            <a:r>
              <a:rPr lang="zh-CN" altLang="en-US" dirty="0"/>
              <a:t>载板</a:t>
            </a:r>
            <a:r>
              <a:rPr lang="en-US" altLang="zh-CN" dirty="0"/>
              <a:t>v2.0-fast</a:t>
            </a:r>
            <a:r>
              <a:rPr lang="zh-CN" altLang="en-US" dirty="0"/>
              <a:t>雷达转接板</a:t>
            </a:r>
          </a:p>
        </p:txBody>
      </p:sp>
    </p:spTree>
    <p:extLst>
      <p:ext uri="{BB962C8B-B14F-4D97-AF65-F5344CB8AC3E}">
        <p14:creationId xmlns:p14="http://schemas.microsoft.com/office/powerpoint/2010/main" val="369221469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bf85de3d-9d4c-4059-b16c-b5ce1b2c024d"/>
  <p:tag name="COMMONDATA" val="eyJoZGlkIjoiNWRiN2EzOTIwNTFkMWRjYjlhM2M2MjEwMTAzOTAyMTAifQ==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89</Words>
  <Application>Microsoft Office PowerPoint</Application>
  <PresentationFormat>宽屏</PresentationFormat>
  <Paragraphs>8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主题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Laven Ye</dc:creator>
  <cp:lastModifiedBy>泽恺 王</cp:lastModifiedBy>
  <cp:revision>13</cp:revision>
  <dcterms:created xsi:type="dcterms:W3CDTF">2023-06-04T11:40:00Z</dcterms:created>
  <dcterms:modified xsi:type="dcterms:W3CDTF">2025-08-14T08:07:47Z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B0ACAFF887EF44DA849B9EB97CB37E3A_12</vt:lpwstr>
  </property>
  <property fmtid="{D5CDD505-2E9C-101B-9397-08002B2CF9AE}" pid="3" name="KSOProductBuildVer">
    <vt:lpwstr>2052-12.1.0.16388</vt:lpwstr>
  </property>
</Properties>
</file>